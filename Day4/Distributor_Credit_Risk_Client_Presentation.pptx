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Tier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8449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bubble3D val="0"/>
            <c:spPr>
              <a:solidFill>
                <a:srgbClr val="B8860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Reliable (Green)</c:v>
                </c:pt>
                <c:pt idx="1">
                  <c:v>High Risk (Red)</c:v>
                </c:pt>
                <c:pt idx="2">
                  <c:v>Moderate (Amber)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178</c:v>
                </c:pt>
                <c:pt idx="1">
                  <c:v>36</c:v>
                </c:pt>
                <c:pt idx="2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Gut Feel to Defensible Data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Risk Scorecard for Pakistani Distributors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01 · AI/ML Sprint · skillSYNC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“Mujhe nahi pata kaun mera paisa dobara nahi dega. Har mahine 2-3 dealers bounce karte hain, hum phir bhi unhe credit dete rehte hain kyunki salesman ne kaha 'yaar acha banda hai'.”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Distributors extend trade credit based on a salesman's gut feel — not data. No structured scoring exists at any stage.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4290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3–7%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4526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Debt Rate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43400" y="3108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34290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1M+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4526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Write-offs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310896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342900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hrs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138160" y="452628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Calls / Month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salesmen work on commission and carry zero financial risk when a dealer they vouched for defaults.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Scorecard, Not a Black Box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a transparent logistic scorecard (300–900 score, like a familiar credit score) — every point is traceable to a real behavior, not a hidden calculation.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Bounce Behavior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Post-dated cheques (PDCs) dominate Pakistani trade credit — bounce patterns are tracked directly, not inferred.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9659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80560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&amp; Ramzan Seasonality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480560" y="25603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timing is adjusted for genuine seasonal cash-flow shifts, so dealers aren't unfairly penalized.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9659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210312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Salesman Track Record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56032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the exact bias in the quote above — a salesman's own history of vouching for defaulters.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Risk Clustering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42976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varies by region — Interior Sindh behaves differently than urban Lahore.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370332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3840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PKR-Adjusted Exposure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480560" y="42976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limits are evaluated in real, inflation-adjusted terms, not stale nominal values.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46720" y="370332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0" y="3840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Signal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0" y="4297680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frequency trends flag a relationship that may be quietly winding down.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 dealers scored end-to-end from historical payment data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45920"/>
          <a:ext cx="51206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82880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96596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84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178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7955280" y="196596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confirmed reliable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126480" y="33375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347472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7955280" y="347472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high risk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126480" y="484632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7F8FC"/>
          </a:solidFill>
          <a:ln/>
        </p:spPr>
      </p:sp>
      <p:sp>
        <p:nvSpPr>
          <p:cNvPr id="12" name="Text 9"/>
          <p:cNvSpPr/>
          <p:nvPr/>
        </p:nvSpPr>
        <p:spPr>
          <a:xfrm>
            <a:off x="6309360" y="49834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955280" y="4983480"/>
            <a:ext cx="3474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36 were salesman “favorites”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Moment That Matters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dealer the sales team personally trusts — flagged by the data instead.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Ph-Rawalpindi-0080 Traders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Rawalpindi · Pharma · Salesman: Rizwan Malik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as a trusted / favorite account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41605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300–900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— High Risk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6177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93776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Late, inconsistent payment timing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Elevated risk across the wider territory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26480" y="2103120"/>
            <a:ext cx="5486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exact scenario the brief opens with: a salesman's trust protecting a dealer the numbers say is risky. The system surfaces it automatically — no manual review required.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5029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such dealers were found across the current portfolio.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Survive Real Conditions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the messy, unstructured data this market actually produces — not just clean spreadsheets.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3832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deliberately messy, real-world-style Excel exports (mixed date formats, currency symbols, missing fields) — with zero dealers lost from the portfolio.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20116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0.76 – 0.99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2880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Accuracy Range (AUC)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3832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honestly across multiple test splits, not a single favorable run — centered around 0.86.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201168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21040" y="28803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Issues Caught Pre-Launch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66760" y="3383280"/>
            <a:ext cx="3063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a silent data-coverage gap that would have hidden a real dealer from every report.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standard practice in credit-risk modeling: a model is only as trustworthy as the stress it has survived.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Confident About — and What's Still Maturing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EAF5E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Today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dealers are relatively riskier than others (the ranking)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RED / AMBER / GREEN tier assigned to each dealer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specific reasons behind every score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Performance holds on messy, real-world-style data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72200" y="146304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FBF2E4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6916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Sharpening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2194560"/>
            <a:ext cx="49377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exact numeric score (e.g. 425 vs. 440) is directional, not precise, until more history accumulates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Brand-new dealers use a conservative starter score until they build a track record</a:t>
            </a:r>
            <a:endParaRPr lang="en-US" sz="14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Precision improves automatically as more of your real payment data flows in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Real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2194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the system at your actual ledgers or Excel exports — the ingestion pipeline is built for exactly this messiness.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828800" y="3154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Portfolio Together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82880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your own dealers side-by-side with the score, including any surprises like the one on Slide 5.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634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Credit Policy Thresholds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together where RED/AMBER/GREEN should trigger limit changes, holds, or COD terms.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2026-07-13T11:33:59Z</dcterms:created>
  <dcterms:modified xsi:type="dcterms:W3CDTF">2026-07-13T11:33:59Z</dcterms:modified>
</cp:coreProperties>
</file>